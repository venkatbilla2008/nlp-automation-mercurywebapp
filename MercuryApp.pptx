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8" autoAdjust="0"/>
    <p:restoredTop sz="94660"/>
  </p:normalViewPr>
  <p:slideViewPr>
    <p:cSldViewPr snapToGrid="0">
      <p:cViewPr varScale="1">
        <p:scale>
          <a:sx n="69" d="100"/>
          <a:sy n="69" d="100"/>
        </p:scale>
        <p:origin x="3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EC8D-6434-4E39-8200-F81634CE057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736F-9F7D-436E-9998-59A15157C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177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EC8D-6434-4E39-8200-F81634CE057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736F-9F7D-436E-9998-59A15157C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014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EC8D-6434-4E39-8200-F81634CE057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736F-9F7D-436E-9998-59A15157C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11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EC8D-6434-4E39-8200-F81634CE057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736F-9F7D-436E-9998-59A15157C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63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EC8D-6434-4E39-8200-F81634CE057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736F-9F7D-436E-9998-59A15157C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02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EC8D-6434-4E39-8200-F81634CE057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736F-9F7D-436E-9998-59A15157C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590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EC8D-6434-4E39-8200-F81634CE057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736F-9F7D-436E-9998-59A15157C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427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EC8D-6434-4E39-8200-F81634CE057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736F-9F7D-436E-9998-59A15157C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241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EC8D-6434-4E39-8200-F81634CE057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736F-9F7D-436E-9998-59A15157C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5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EC8D-6434-4E39-8200-F81634CE057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736F-9F7D-436E-9998-59A15157C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950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EC8D-6434-4E39-8200-F81634CE057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736F-9F7D-436E-9998-59A15157C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84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DEC8D-6434-4E39-8200-F81634CE057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E736F-9F7D-436E-9998-59A15157C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51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08" y="1143487"/>
            <a:ext cx="10954327" cy="43393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7783" y="90009"/>
            <a:ext cx="1785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Challenges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57899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90" y="834901"/>
            <a:ext cx="10497092" cy="56120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7783" y="90009"/>
            <a:ext cx="1785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Challenges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49105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34" y="687192"/>
            <a:ext cx="11200911" cy="5020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7783" y="90009"/>
            <a:ext cx="1785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Challenges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20109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7783" y="90009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Solution</a:t>
            </a:r>
            <a:endParaRPr lang="en-IN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147783" y="670641"/>
            <a:ext cx="60257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http://127.0.0.1:8000/app/nlp_text_classification_mercury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98" y="1097385"/>
            <a:ext cx="10189021" cy="551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946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2025-11-16T03:16:28Z</dcterms:created>
  <dcterms:modified xsi:type="dcterms:W3CDTF">2025-11-27T15:22:41Z</dcterms:modified>
</cp:coreProperties>
</file>